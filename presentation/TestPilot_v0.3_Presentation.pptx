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TestPilot v0.3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Smart Testing for Modern Full-Stack Teams</a:t>
            </a:r>
          </a:p>
          <a:p>
            <a:r>
              <a:t>Presented by Saikat Patra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Full test suites take too long to run (minutes or hours).</a:t>
            </a:r>
          </a:p>
          <a:p>
            <a:pPr>
              <a:spcAft>
                <a:spcPts val="1400"/>
              </a:spcAft>
            </a:pPr>
            <a:r>
              <a:t>Developers often skip testing for small changes, leading to bugs.</a:t>
            </a:r>
          </a:p>
          <a:p>
            <a:pPr>
              <a:spcAft>
                <a:spcPts val="1400"/>
              </a:spcAft>
            </a:pPr>
            <a:r>
              <a:t>Manual unit test writing is tedious and often forgotten.</a:t>
            </a:r>
          </a:p>
          <a:p>
            <a:pPr>
              <a:spcAft>
                <a:spcPts val="1400"/>
              </a:spcAft>
            </a:pPr>
            <a:r>
              <a:t>Mocking external systems (DB, APIs) is complex and time-consuming.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TestPilot?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A plug-and-play testing plugin powered by AI (Claude).</a:t>
            </a:r>
          </a:p>
          <a:p>
            <a:pPr>
              <a:spcAft>
                <a:spcPts val="1400"/>
              </a:spcAft>
            </a:pPr>
            <a:r>
              <a:t>Smart detection: Uses 'git diff' to identify exactly what code changed.</a:t>
            </a:r>
          </a:p>
          <a:p>
            <a:pPr>
              <a:spcAft>
                <a:spcPts val="1400"/>
              </a:spcAft>
            </a:pPr>
            <a:r>
              <a:t>Zero-config: Works with Python (pytest) and JavaScript (Jest/Playwright).</a:t>
            </a:r>
          </a:p>
          <a:p>
            <a:pPr>
              <a:spcAft>
                <a:spcPts val="1400"/>
              </a:spcAft>
            </a:pPr>
            <a:r>
              <a:t>Targeted: Only runs tests relevant to the changed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AI Test Generation (v0.2)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No tests? No problem.</a:t>
            </a:r>
          </a:p>
          <a:p>
            <a:pPr>
              <a:spcAft>
                <a:spcPts val="1400"/>
              </a:spcAft>
            </a:pPr>
            <a:r>
              <a:t>If a changed file lacks a test, TestPilot uses Claude API to write one on-the-fly.</a:t>
            </a:r>
          </a:p>
          <a:p>
            <a:pPr>
              <a:spcAft>
                <a:spcPts val="1400"/>
              </a:spcAft>
            </a:pPr>
            <a:r>
              <a:t>Analyzes function signatures and logic to create robust pytest/jest cases.</a:t>
            </a:r>
          </a:p>
          <a:p>
            <a:pPr>
              <a:spcAft>
                <a:spcPts val="1400"/>
              </a:spcAft>
            </a:pPr>
            <a:r>
              <a:t>Generated tests are saved to a local cache and executed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Dependency-Aware Impact (v0.3)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Deep Scan: Uses AST and Grep to find all 'Call Sites' of changed functions.</a:t>
            </a:r>
          </a:p>
          <a:p>
            <a:pPr>
              <a:spcAft>
                <a:spcPts val="1400"/>
              </a:spcAft>
            </a:pPr>
            <a:r>
              <a:t>Integration Context: Claude gets the full picture of where the code is used.</a:t>
            </a:r>
          </a:p>
          <a:p>
            <a:pPr>
              <a:spcAft>
                <a:spcPts val="1400"/>
              </a:spcAft>
            </a:pPr>
            <a:r>
              <a:t>Cross-file Testing: Ensures that changing a utility function doesn't break dependent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Smart External Mocking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Automatically detects calls to external systems (Requests, DB, Siebel, Solr).</a:t>
            </a:r>
          </a:p>
          <a:p>
            <a:pPr>
              <a:spcAft>
                <a:spcPts val="1400"/>
              </a:spcAft>
            </a:pPr>
            <a:r>
              <a:t>Instructs AI to generate 'Mocks' and 'Stubs' instead of hitting real endpoints.</a:t>
            </a:r>
          </a:p>
          <a:p>
            <a:pPr>
              <a:spcAft>
                <a:spcPts val="1400"/>
              </a:spcAft>
            </a:pPr>
            <a:r>
              <a:t>Results in stable, isolated tests that run fast in any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$ testpilot run  # Detects changes and runs/generates tests.</a:t>
            </a:r>
          </a:p>
          <a:p>
            <a:pPr>
              <a:spcAft>
                <a:spcPts val="1400"/>
              </a:spcAft>
            </a:pPr>
            <a:r>
              <a:t>$ pytest --testpilot-diff  # Integrated directly into your flow.</a:t>
            </a:r>
          </a:p>
          <a:p>
            <a:pPr>
              <a:spcAft>
                <a:spcPts val="1400"/>
              </a:spcAft>
            </a:pPr>
            <a:r>
              <a:t>Generates human-readable Markdown and machine-readable JSON reports.</a:t>
            </a:r>
          </a:p>
          <a:p>
            <a:pPr>
              <a:spcAft>
                <a:spcPts val="1400"/>
              </a:spcAft>
            </a:pPr>
            <a:r>
              <a:t>Reports include PASS/FAIL verdicts, Coverage, and Impact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CI/CD Integration: GitHub Actions support.</a:t>
            </a:r>
          </a:p>
          <a:p>
            <a:pPr>
              <a:spcAft>
                <a:spcPts val="1400"/>
              </a:spcAft>
            </a:pPr>
            <a:r>
              <a:t>Advanced UI Dashboard for historical test analytics.</a:t>
            </a:r>
          </a:p>
          <a:p>
            <a:pPr>
              <a:spcAft>
                <a:spcPts val="1400"/>
              </a:spcAft>
            </a:pPr>
            <a:r>
              <a:t>Support for more languages (Go, Java).</a:t>
            </a:r>
          </a:p>
          <a:p>
            <a:pPr>
              <a:spcAft>
                <a:spcPts val="1400"/>
              </a:spcAft>
            </a:pPr>
            <a:r>
              <a:t>Auto-fixing bugs: AI suggests code fixes when tests fail.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